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llege Name"/>
          <p:cNvSpPr/>
          <p:nvPr/>
        </p:nvSpPr>
        <p:spPr>
          <a:xfrm>
            <a:off x="685800" y="685800"/>
            <a:ext cx="10820400" cy="38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2200" b="1" dirty="0"/>
              <a:t>Rajalakshmi Engineering College, Thandalam - 602105</a:t>
            </a:r>
          </a:p>
        </p:txBody>
      </p:sp>
      <p:sp>
        <p:nvSpPr>
          <p:cNvPr id="22" name="Autonomous Line"/>
          <p:cNvSpPr/>
          <p:nvPr/>
        </p:nvSpPr>
        <p:spPr>
          <a:xfrm>
            <a:off x="685800" y="10658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(An Autonomous Institution, Affiliated to Anna University, Chennai)</a:t>
            </a:r>
          </a:p>
        </p:txBody>
      </p:sp>
      <p:sp>
        <p:nvSpPr>
          <p:cNvPr id="23" name="Department Line"/>
          <p:cNvSpPr/>
          <p:nvPr/>
        </p:nvSpPr>
        <p:spPr>
          <a:xfrm>
            <a:off x="685800" y="1365800"/>
            <a:ext cx="10820400" cy="35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700" b="1" dirty="0"/>
              <a:t>Department of CSE</a:t>
            </a:r>
          </a:p>
        </p:txBody>
      </p:sp>
      <p:sp>
        <p:nvSpPr>
          <p:cNvPr id="24" name="Review Line"/>
          <p:cNvSpPr/>
          <p:nvPr/>
        </p:nvSpPr>
        <p:spPr>
          <a:xfrm>
            <a:off x="685800" y="1715800"/>
            <a:ext cx="10820400" cy="3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Zeroth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3CD1E-B289-D636-DC22-E1AB1C986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50000"/>
            <a:ext cx="10820400" cy="12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IN" sz="3000" b="1" dirty="0" smtClean="0"/>
              <a:t>T076 - Voice-Based </a:t>
            </a:r>
            <a:r>
              <a:rPr lang="en-IN" sz="3000" b="1" dirty="0"/>
              <a:t>AI Receptionist Agent for Smart College Communication</a:t>
            </a:r>
          </a:p>
        </p:txBody>
      </p:sp>
      <p:sp>
        <p:nvSpPr>
          <p:cNvPr id="10" name="Domain Block"/>
          <p:cNvSpPr/>
          <p:nvPr/>
        </p:nvSpPr>
        <p:spPr>
          <a:xfrm>
            <a:off x="1202266" y="4436532"/>
            <a:ext cx="2968413" cy="15634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Project Domain:</a:t>
            </a:r>
          </a:p>
          <a:p>
            <a:pPr>
              <a:buNone/>
            </a:pPr>
            <a:r>
              <a:rPr lang="en-IN" sz="1400" dirty="0"/>
              <a:t>Artificial Intelligence</a:t>
            </a:r>
          </a:p>
          <a:p>
            <a:pPr>
              <a:buNone/>
            </a:pPr>
            <a:r>
              <a:rPr lang="en-IN" sz="1400" dirty="0"/>
              <a:t>Natural Language Processing</a:t>
            </a:r>
          </a:p>
        </p:txBody>
      </p:sp>
      <p:sp>
        <p:nvSpPr>
          <p:cNvPr id="11" name="Team Block"/>
          <p:cNvSpPr/>
          <p:nvPr/>
        </p:nvSpPr>
        <p:spPr>
          <a:xfrm>
            <a:off x="4353560" y="4436532"/>
            <a:ext cx="3484880" cy="1563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Team:</a:t>
            </a:r>
          </a:p>
          <a:p>
            <a:pPr>
              <a:buNone/>
            </a:pPr>
            <a:r>
              <a:rPr lang="en-IN" sz="1400" dirty="0"/>
              <a:t>Kamalesh S P - 2116230701138</a:t>
            </a:r>
          </a:p>
          <a:p>
            <a:pPr>
              <a:buNone/>
            </a:pPr>
            <a:r>
              <a:rPr lang="en-IN" sz="1400" dirty="0"/>
              <a:t>Akash N - 2116230701019</a:t>
            </a:r>
          </a:p>
        </p:txBody>
      </p:sp>
      <p:sp>
        <p:nvSpPr>
          <p:cNvPr id="12" name="Mentor Block"/>
          <p:cNvSpPr/>
          <p:nvPr/>
        </p:nvSpPr>
        <p:spPr>
          <a:xfrm>
            <a:off x="8021320" y="4436532"/>
            <a:ext cx="3484880" cy="1563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IN" sz="1400" b="1" dirty="0"/>
              <a:t>Mentor:</a:t>
            </a:r>
          </a:p>
          <a:p>
            <a:pPr>
              <a:buNone/>
            </a:pPr>
            <a:r>
              <a:rPr lang="en-IN" sz="1400" dirty="0"/>
              <a:t>Mr. B. Bhuvaneswaran</a:t>
            </a:r>
          </a:p>
          <a:p>
            <a:pPr>
              <a:buNone/>
            </a:pPr>
            <a:r>
              <a:rPr lang="en-IN" sz="1400" dirty="0"/>
              <a:t>Assistant Professor (SG)</a:t>
            </a:r>
          </a:p>
          <a:p>
            <a:pPr>
              <a:buNone/>
            </a:pPr>
            <a:r>
              <a:rPr lang="en-IN" sz="1400" dirty="0"/>
              <a:t>Department of CSE</a:t>
            </a:r>
          </a:p>
        </p:txBody>
      </p:sp>
    </p:spTree>
    <p:extLst>
      <p:ext uri="{BB962C8B-B14F-4D97-AF65-F5344CB8AC3E}">
        <p14:creationId xmlns:p14="http://schemas.microsoft.com/office/powerpoint/2010/main" val="298384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dirty="0"/>
              <a:t>Colleges receive large volumes of telephone inquiries from prospective students, parents, alumni &amp; existing students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Queries span admissions, academic programs, hostel facilities, fees, placements, examinations &amp; student services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Manual reception systems repeatedly answer the same questions, increasing workload &amp; giving inconsistent responses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Long waiting times &amp; limited support outside working hours affect service quality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High call volumes during admission &amp; examination periods make communication management especially challenging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b="1" dirty="0"/>
              <a:t>Voice-Based AI Receptionist Agent</a:t>
            </a:r>
            <a:r>
              <a:rPr lang="en-IN" sz="2000" dirty="0"/>
              <a:t> using RAG, LLMs, Speech-to-Text, Text-to-Speech &amp; Agentic AI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Retrieves verified information from a dedicated college knowledge base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Supports natural, human-like voice conversations with callers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Integrates with the college ERP after authentication for personalized services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Intelligently transfers complex queries to a human receptionist when required</a:t>
            </a:r>
          </a:p>
          <a:p>
            <a:pPr algn="just">
              <a:buFont typeface="Arial"/>
              <a:buChar char="•"/>
            </a:pPr>
            <a:r>
              <a:rPr lang="en-IN" sz="2000" dirty="0"/>
              <a:t>Improves communication efficiency &amp; delivers intelligent 24×7 assistance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IN" sz="2000" b="1" dirty="0"/>
              <a:t>High call volumes, no time to answer it all. </a:t>
            </a:r>
            <a:r>
              <a:rPr lang="en-IN" sz="2000" dirty="0"/>
              <a:t>Colleges get thousands of repetitive calls about admissions, academics, hostel, fees, placements and exams, and small reception teams can’t keep up – especially during peak admission and exam periods.</a:t>
            </a:r>
          </a:p>
          <a:p>
            <a:pPr algn="just">
              <a:buFont typeface="Arial"/>
              <a:buChar char="•"/>
            </a:pPr>
            <a:r>
              <a:rPr lang="en-IN" sz="2000" b="1" dirty="0"/>
              <a:t>Manual reception is slow and inconsistent. </a:t>
            </a:r>
            <a:r>
              <a:rPr lang="en-IN" sz="2000" dirty="0"/>
              <a:t>Answers depend on whoever picks up the phone, so waiting times are long and the information given to callers isn’t always accurate or consistent.</a:t>
            </a:r>
          </a:p>
          <a:p>
            <a:pPr algn="just">
              <a:buFont typeface="Arial"/>
              <a:buChar char="•"/>
            </a:pPr>
            <a:r>
              <a:rPr lang="en-IN" sz="2000" b="1" dirty="0"/>
              <a:t>No support outside office hours. </a:t>
            </a:r>
            <a:r>
              <a:rPr lang="en-IN" sz="2000" dirty="0"/>
              <a:t>Students and parents calling in the evening, on weekends, or during holidays get no response at all, leaving time-sensitive queries unresolved.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059E6B-0867-76A7-05D9-E905568BD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6537"/>
            <a:ext cx="10058400" cy="1525263"/>
          </a:xfrm>
        </p:spPr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48A27A-4629-30D5-8312-16BF411D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7" y="1803400"/>
            <a:ext cx="9917854" cy="3921760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Develop a Voice-Based AI Receptionist</a:t>
            </a:r>
            <a:r>
              <a:rPr lang="en-IN" dirty="0"/>
              <a:t> using </a:t>
            </a:r>
            <a:r>
              <a:rPr lang="en-IN" b="1" dirty="0"/>
              <a:t>Speech-to-Text (STT), Retrieval-Augmented Generation (RAG), Large Language Models (LLMs), Text-to-Speech (TTS), and Agentic AI</a:t>
            </a:r>
            <a:r>
              <a:rPr lang="en-IN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Automatically answers routine queries</a:t>
            </a:r>
            <a:r>
              <a:rPr lang="en-IN" dirty="0"/>
              <a:t> such as admissions, fees, departments, hostel, placements, events, and academic regulations, reducing receptionist workload. </a:t>
            </a:r>
            <a:r>
              <a:rPr lang="en-IN" b="1" dirty="0"/>
              <a:t>Provides 24/7 support</a:t>
            </a:r>
            <a:r>
              <a:rPr lang="en-IN" dirty="0"/>
              <a:t>, ensuring instant responses even outside office hours.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Delivers accurate and consistent information</a:t>
            </a:r>
            <a:r>
              <a:rPr lang="en-IN" dirty="0"/>
              <a:t> by retrieving answers only from the official college knowledge base using RAG. </a:t>
            </a:r>
            <a:r>
              <a:rPr lang="en-IN" b="1" dirty="0"/>
              <a:t>Supports natural voice conversations</a:t>
            </a:r>
            <a:r>
              <a:rPr lang="en-IN" dirty="0"/>
              <a:t> by converting speech to text, generating context-aware responses, and replying through natural speech.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Securely integrates with </a:t>
            </a:r>
            <a:r>
              <a:rPr lang="en-IN" b="1" dirty="0" err="1"/>
              <a:t>DigiCampus</a:t>
            </a:r>
            <a:r>
              <a:rPr lang="en-IN" dirty="0"/>
              <a:t> to provide personalized information (attendance, marks, fee status, exam results, and placement eligibility)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Intelligently escalates calls</a:t>
            </a:r>
            <a:r>
              <a:rPr lang="en-IN" dirty="0"/>
              <a:t> to a human receptionist when confidence is low, the query requires administrative approval, or the caller requests human assistance.</a:t>
            </a:r>
          </a:p>
        </p:txBody>
      </p:sp>
    </p:spTree>
    <p:extLst>
      <p:ext uri="{BB962C8B-B14F-4D97-AF65-F5344CB8AC3E}">
        <p14:creationId xmlns:p14="http://schemas.microsoft.com/office/powerpoint/2010/main" val="1285868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Prototype Demonstration</a:t>
            </a:r>
          </a:p>
        </p:txBody>
      </p:sp>
      <p:pic>
        <p:nvPicPr>
          <p:cNvPr id="4" name="QR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85" y="1968960"/>
            <a:ext cx="2124000" cy="2124000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5" name="QR Label"/>
          <p:cNvSpPr txBox="1"/>
          <p:nvPr/>
        </p:nvSpPr>
        <p:spPr>
          <a:xfrm>
            <a:off x="542337" y="4173100"/>
            <a:ext cx="4937760" cy="700000"/>
          </a:xfrm>
          <a:prstGeom prst="rect">
            <a:avLst/>
          </a:prstGeom>
        </p:spPr>
        <p:txBody>
          <a:bodyPr wrap="square" anchor="t">
            <a:no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Scan to Test the Voice AI Receptionist Prototype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5340935" y="1863680"/>
            <a:ext cx="6352309" cy="35000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IN" sz="1600" b="1" cap="all" dirty="0">
                <a:solidFill>
                  <a:schemeClr val="accent2"/>
                </a:solidFill>
              </a:rPr>
              <a:t>Prototype Knowledge Base</a:t>
            </a:r>
          </a:p>
          <a:p>
            <a:pPr algn="just">
              <a:buFont typeface="Arial"/>
              <a:buChar char="•"/>
            </a:pPr>
            <a:r>
              <a:rPr lang="en-IN" sz="1600" dirty="0"/>
              <a:t>Rajalakshmi Engineering College – an autonomous institution in Chennai, offering UG &amp; PG engineering programmes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Departments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CSE · IT · ECE · EEE · Mechanical · Civil · AI &amp; DS · MBA 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Facilities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Hostel (Boys &amp; Girls) · Library · College Transport · Training &amp; Placement Cell</a:t>
            </a:r>
          </a:p>
          <a:p>
            <a:pPr algn="just">
              <a:buNone/>
            </a:pPr>
            <a:r>
              <a:rPr lang="en-IN" sz="1600" b="1" dirty="0">
                <a:solidFill>
                  <a:schemeClr val="accent2"/>
                </a:solidFill>
              </a:rPr>
              <a:t>Authentication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dirty="0"/>
              <a:t>Attendance, Marks, Fees &amp; Exam Results require ERP authentication before access</a:t>
            </a:r>
          </a:p>
        </p:txBody>
      </p:sp>
      <p:sp>
        <p:nvSpPr>
          <p:cNvPr id="7" name="Bottom Note"/>
          <p:cNvSpPr/>
          <p:nvPr/>
        </p:nvSpPr>
        <p:spPr>
          <a:xfrm>
            <a:off x="1097279" y="5490000"/>
            <a:ext cx="10058401" cy="770000"/>
          </a:xfrm>
          <a:prstGeom prst="roundRect">
            <a:avLst>
              <a:gd name="adj" fmla="val 8000"/>
            </a:avLst>
          </a:prstGeom>
          <a:solidFill>
            <a:schemeClr val="tx1">
              <a:lumMod val="4000"/>
              <a:lumOff val="96000"/>
            </a:schemeClr>
          </a:solidFill>
          <a:ln w="9525">
            <a:solidFill>
              <a:schemeClr val="accent2">
                <a:lumMod val="30000"/>
                <a:lumOff val="70000"/>
              </a:schemeClr>
            </a:solidFill>
          </a:ln>
        </p:spPr>
        <p:txBody>
          <a:bodyPr lIns="182880" tIns="45720" rIns="182880" bIns="45720" anchor="ctr">
            <a:noAutofit/>
          </a:bodyPr>
          <a:lstStyle/>
          <a:p>
            <a:pPr>
              <a:buNone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Prototype: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Voice-based AI Receptionist built using ElevenLabs with a custom Knowledge Base</a:t>
            </a:r>
          </a:p>
          <a:p>
            <a:pPr>
              <a:buNone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Future Enhancements: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RAG + DigiCampus ERP + Twilio Calling + Human Call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212</TotalTime>
  <Words>577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T076 - Voice-Based AI Receptionist Agent for Smart College Communication</vt:lpstr>
      <vt:lpstr>Abstract</vt:lpstr>
      <vt:lpstr>Abstract</vt:lpstr>
      <vt:lpstr>Problem Statement</vt:lpstr>
      <vt:lpstr>Solution</vt:lpstr>
      <vt:lpstr>Prototype Demonstration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Voice-Based AI Receptionist Agent for Smart College Communication</dc:title>
  <dc:creator>AKASH N</dc:creator>
  <cp:lastModifiedBy>kamalesh s.p.</cp:lastModifiedBy>
  <cp:revision>12</cp:revision>
  <dcterms:created xsi:type="dcterms:W3CDTF">2026-07-27T04:54:56Z</dcterms:created>
  <dcterms:modified xsi:type="dcterms:W3CDTF">2026-08-31T04:32:39Z</dcterms:modified>
</cp:coreProperties>
</file>